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CYCLON_P2P | Category: SOCIAL_MEDIA</a:t>
            </a:r>
          </a:p>
          <a:p>
            <a:r>
              <a:rPr sz="1400"/>
              <a:t>Upstream: https://github.com/nicktindall/cyclon.p2p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CYCLON_P2P.</a:t>
            </a:r>
          </a:p>
          <a:p>
            <a:r>
              <a:rPr sz="1400"/>
              <a:t>P2P social graph layer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CYCLON_P2P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